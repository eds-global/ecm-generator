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6" r:id="rId4"/>
    <p:sldId id="267" r:id="rId5"/>
    <p:sldId id="268"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F45FE-97B4-25A5-8D7F-DBE9899F70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926E41-1F5D-911D-214D-100C974701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4105BE-67A9-5CD0-CCBC-D38BEAC0E9A1}"/>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5" name="Footer Placeholder 4">
            <a:extLst>
              <a:ext uri="{FF2B5EF4-FFF2-40B4-BE49-F238E27FC236}">
                <a16:creationId xmlns:a16="http://schemas.microsoft.com/office/drawing/2014/main" id="{543B3EF7-08F2-9938-AF81-A6B2CC4FDF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FA40C8-4503-1131-27B7-114C972D9D79}"/>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3522630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535C9-C249-E3F0-7E2B-678328F3E5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B6A108-4443-0B88-0824-7072C1F6FE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E7E423-FC16-4AC4-CC33-9824E77F378B}"/>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5" name="Footer Placeholder 4">
            <a:extLst>
              <a:ext uri="{FF2B5EF4-FFF2-40B4-BE49-F238E27FC236}">
                <a16:creationId xmlns:a16="http://schemas.microsoft.com/office/drawing/2014/main" id="{60DB7630-4CE8-0B68-ADEB-2D98D34417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0CF9AF-383C-7859-04C5-34BA1BC8DF7F}"/>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427404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9C98-B6C8-DD68-F5E6-B291938F1A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5E1FFC-87DD-C3D7-21BD-7D4C08E92B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2401C3-BC9A-B6B4-8B1A-143FF717EB0C}"/>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5" name="Footer Placeholder 4">
            <a:extLst>
              <a:ext uri="{FF2B5EF4-FFF2-40B4-BE49-F238E27FC236}">
                <a16:creationId xmlns:a16="http://schemas.microsoft.com/office/drawing/2014/main" id="{8BA9EF04-576E-2811-8E52-9569C07EFD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19A67A-18E2-665B-E505-2B129E671562}"/>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4212186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A3727-9B4F-F5BD-F579-78D1C83B1C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328129-C34C-2A13-D6A5-ECFE77786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267347-1FE7-21E4-5643-0B4E20124A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C73F01-3EA4-9E49-49F5-2D02C8B6301C}"/>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6" name="Footer Placeholder 5">
            <a:extLst>
              <a:ext uri="{FF2B5EF4-FFF2-40B4-BE49-F238E27FC236}">
                <a16:creationId xmlns:a16="http://schemas.microsoft.com/office/drawing/2014/main" id="{7636F735-B305-C7BA-FAE7-BABF2EAC4C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918D52-FBA8-22B2-1BAC-9AB5193BD303}"/>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143409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CCB9-D876-6609-DDBB-97382516A2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E3EE6F-A85F-8AD7-0294-0B7AA99394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26726B-58A3-6898-423D-E23FF24DC1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E86007-55B3-28E6-09D4-7F4CDED6C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944C06-997B-0896-3974-81EACB56A0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9DBDBF-B052-8778-4B58-E7040B84EF4A}"/>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8" name="Footer Placeholder 7">
            <a:extLst>
              <a:ext uri="{FF2B5EF4-FFF2-40B4-BE49-F238E27FC236}">
                <a16:creationId xmlns:a16="http://schemas.microsoft.com/office/drawing/2014/main" id="{9FBF66A7-7B47-EAD2-EDAB-FCBE1A9A75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BAC238-5C07-BB0D-02C0-24D87B1D9FCD}"/>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1979405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478D-74D7-15B9-220C-D8F38EA8A00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048901-9EB6-FD39-BA8E-5CD40E252DA5}"/>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4" name="Footer Placeholder 3">
            <a:extLst>
              <a:ext uri="{FF2B5EF4-FFF2-40B4-BE49-F238E27FC236}">
                <a16:creationId xmlns:a16="http://schemas.microsoft.com/office/drawing/2014/main" id="{6F30C030-5F0C-2E41-82DA-659D04C813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F9C3AC-E74D-722B-EE69-4F0E78507C95}"/>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296145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43AC5-ABA7-E6AA-E35C-9BC872DF2444}"/>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3" name="Footer Placeholder 2">
            <a:extLst>
              <a:ext uri="{FF2B5EF4-FFF2-40B4-BE49-F238E27FC236}">
                <a16:creationId xmlns:a16="http://schemas.microsoft.com/office/drawing/2014/main" id="{FA99D82C-21CC-2167-D417-E915DACEC3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CB8B0D-5385-0A9B-CACF-76D95271C100}"/>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2700287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7C7AE-2F92-9501-A9DC-29AFFFC44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925D5F-AD22-9564-90FF-8EFC51B19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174D4C-2FB0-195F-A889-D0766B5450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504F49-2E95-0EBE-B623-115EE9456AD7}"/>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6" name="Footer Placeholder 5">
            <a:extLst>
              <a:ext uri="{FF2B5EF4-FFF2-40B4-BE49-F238E27FC236}">
                <a16:creationId xmlns:a16="http://schemas.microsoft.com/office/drawing/2014/main" id="{4FB07B91-76C8-B54B-BEDE-A417C9DFC8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C36C8C-663B-B534-DE8E-2B71516FF6D1}"/>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595056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0C432-14E6-DA22-45A1-E0F2E74CFF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EECC92-D9AA-EAA5-4447-D512544A90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5498B1-F1D8-6CE6-78D2-E2437C3F8D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02B461-347E-EE2A-FBB7-AF093AEF14F8}"/>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6" name="Footer Placeholder 5">
            <a:extLst>
              <a:ext uri="{FF2B5EF4-FFF2-40B4-BE49-F238E27FC236}">
                <a16:creationId xmlns:a16="http://schemas.microsoft.com/office/drawing/2014/main" id="{2028E3DB-5404-C9C3-D5AE-4AE51BF918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440298-17E9-95FE-A77E-170D49135F99}"/>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3143682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CCB3-A41C-F3A6-71EF-1F300738EE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BAB513-C423-47CA-857B-AD718DE247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784A28-D34A-3093-AE25-C1D897C19E84}"/>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5" name="Footer Placeholder 4">
            <a:extLst>
              <a:ext uri="{FF2B5EF4-FFF2-40B4-BE49-F238E27FC236}">
                <a16:creationId xmlns:a16="http://schemas.microsoft.com/office/drawing/2014/main" id="{83326383-DA6E-DBE8-46F6-34F065D978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4B6D28-0E71-13F4-48CB-9DBBF1BA3B41}"/>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2039218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83A03C-6D18-E1AC-1740-ACCB36F5CA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981805-D3F9-8CEE-1639-62C2B514DF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2DFCCF-BA85-4191-892F-16D9E94DD791}"/>
              </a:ext>
            </a:extLst>
          </p:cNvPr>
          <p:cNvSpPr>
            <a:spLocks noGrp="1"/>
          </p:cNvSpPr>
          <p:nvPr>
            <p:ph type="dt" sz="half" idx="10"/>
          </p:nvPr>
        </p:nvSpPr>
        <p:spPr/>
        <p:txBody>
          <a:bodyPr/>
          <a:lstStyle/>
          <a:p>
            <a:fld id="{FCA9E741-2F94-41FA-A5D4-04956045270B}" type="datetimeFigureOut">
              <a:rPr lang="en-IN" smtClean="0"/>
              <a:t>24-10-2025</a:t>
            </a:fld>
            <a:endParaRPr lang="en-IN"/>
          </a:p>
        </p:txBody>
      </p:sp>
      <p:sp>
        <p:nvSpPr>
          <p:cNvPr id="5" name="Footer Placeholder 4">
            <a:extLst>
              <a:ext uri="{FF2B5EF4-FFF2-40B4-BE49-F238E27FC236}">
                <a16:creationId xmlns:a16="http://schemas.microsoft.com/office/drawing/2014/main" id="{CA0FE3CE-3A76-51FA-953A-B7D189D4CC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8F2A06-3AD6-8A5B-E8A1-3FD1AFAA776E}"/>
              </a:ext>
            </a:extLst>
          </p:cNvPr>
          <p:cNvSpPr>
            <a:spLocks noGrp="1"/>
          </p:cNvSpPr>
          <p:nvPr>
            <p:ph type="sldNum" sz="quarter" idx="12"/>
          </p:nvPr>
        </p:nvSpPr>
        <p:spPr/>
        <p:txBody>
          <a:bodyPr/>
          <a:lstStyle/>
          <a:p>
            <a:fld id="{EDC95F1C-7B02-4EFC-9C12-C7EE53131A1C}" type="slidenum">
              <a:rPr lang="en-IN" smtClean="0"/>
              <a:t>‹#›</a:t>
            </a:fld>
            <a:endParaRPr lang="en-IN"/>
          </a:p>
        </p:txBody>
      </p:sp>
    </p:spTree>
    <p:extLst>
      <p:ext uri="{BB962C8B-B14F-4D97-AF65-F5344CB8AC3E}">
        <p14:creationId xmlns:p14="http://schemas.microsoft.com/office/powerpoint/2010/main" val="3979252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95E2AE-F9D2-3E1F-4950-CCB290539F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DE4612-585B-9A8E-4E84-7D7B4184C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5CE89-7C8A-D044-9BBE-7B4C47B9C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A9E741-2F94-41FA-A5D4-04956045270B}" type="datetimeFigureOut">
              <a:rPr lang="en-IN" smtClean="0"/>
              <a:t>24-10-2025</a:t>
            </a:fld>
            <a:endParaRPr lang="en-IN"/>
          </a:p>
        </p:txBody>
      </p:sp>
      <p:sp>
        <p:nvSpPr>
          <p:cNvPr id="5" name="Footer Placeholder 4">
            <a:extLst>
              <a:ext uri="{FF2B5EF4-FFF2-40B4-BE49-F238E27FC236}">
                <a16:creationId xmlns:a16="http://schemas.microsoft.com/office/drawing/2014/main" id="{51FF0ABD-B44C-D7B6-122F-B4352A812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2A06673-3914-02B0-CDAC-92975CFAC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95F1C-7B02-4EFC-9C12-C7EE53131A1C}" type="slidenum">
              <a:rPr lang="en-IN" smtClean="0"/>
              <a:t>‹#›</a:t>
            </a:fld>
            <a:endParaRPr lang="en-IN"/>
          </a:p>
        </p:txBody>
      </p:sp>
    </p:spTree>
    <p:extLst>
      <p:ext uri="{BB962C8B-B14F-4D97-AF65-F5344CB8AC3E}">
        <p14:creationId xmlns:p14="http://schemas.microsoft.com/office/powerpoint/2010/main" val="123415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32B1-C5F7-14F6-B9C4-3F2957A9A153}"/>
              </a:ext>
            </a:extLst>
          </p:cNvPr>
          <p:cNvSpPr>
            <a:spLocks noGrp="1"/>
          </p:cNvSpPr>
          <p:nvPr>
            <p:ph type="ctrTitle"/>
          </p:nvPr>
        </p:nvSpPr>
        <p:spPr>
          <a:xfrm>
            <a:off x="1524000" y="1122363"/>
            <a:ext cx="9144000" cy="1748656"/>
          </a:xfrm>
        </p:spPr>
        <p:txBody>
          <a:bodyPr/>
          <a:lstStyle/>
          <a:p>
            <a:r>
              <a:rPr lang="en-IN" dirty="0" err="1"/>
              <a:t>Awecm</a:t>
            </a:r>
            <a:r>
              <a:rPr lang="en-IN" dirty="0"/>
              <a:t> Sim </a:t>
            </a:r>
          </a:p>
        </p:txBody>
      </p:sp>
      <p:sp>
        <p:nvSpPr>
          <p:cNvPr id="3" name="Subtitle 2">
            <a:extLst>
              <a:ext uri="{FF2B5EF4-FFF2-40B4-BE49-F238E27FC236}">
                <a16:creationId xmlns:a16="http://schemas.microsoft.com/office/drawing/2014/main" id="{71367E89-7DC4-25FB-E82E-AF22754919E8}"/>
              </a:ext>
            </a:extLst>
          </p:cNvPr>
          <p:cNvSpPr>
            <a:spLocks noGrp="1"/>
          </p:cNvSpPr>
          <p:nvPr>
            <p:ph type="subTitle" idx="1"/>
          </p:nvPr>
        </p:nvSpPr>
        <p:spPr>
          <a:xfrm>
            <a:off x="1524000" y="3293806"/>
            <a:ext cx="9144000" cy="1963994"/>
          </a:xfrm>
        </p:spPr>
        <p:txBody>
          <a:bodyPr/>
          <a:lstStyle/>
          <a:p>
            <a:r>
              <a:rPr lang="en-US" i="1" dirty="0"/>
              <a:t>Automating Workflows for Energy Conservation Measure Simulations</a:t>
            </a:r>
            <a:endParaRPr lang="en-IN" dirty="0"/>
          </a:p>
        </p:txBody>
      </p:sp>
      <p:pic>
        <p:nvPicPr>
          <p:cNvPr id="1026" name="Picture 2" descr="0">
            <a:extLst>
              <a:ext uri="{FF2B5EF4-FFF2-40B4-BE49-F238E27FC236}">
                <a16:creationId xmlns:a16="http://schemas.microsoft.com/office/drawing/2014/main" id="{A03CB941-732B-3D59-E224-71DA023E5A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7827" y="6069423"/>
            <a:ext cx="952500" cy="6381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C43D8CD-B9F7-5794-9E3F-874F1FC76ECF}"/>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16" name="Picture 15">
            <a:extLst>
              <a:ext uri="{FF2B5EF4-FFF2-40B4-BE49-F238E27FC236}">
                <a16:creationId xmlns:a16="http://schemas.microsoft.com/office/drawing/2014/main" id="{760F0E2F-B288-37FE-A783-CDC3AD289D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60025"/>
            <a:ext cx="1600617" cy="997975"/>
          </a:xfrm>
          <a:prstGeom prst="rect">
            <a:avLst/>
          </a:prstGeom>
        </p:spPr>
      </p:pic>
    </p:spTree>
    <p:extLst>
      <p:ext uri="{BB962C8B-B14F-4D97-AF65-F5344CB8AC3E}">
        <p14:creationId xmlns:p14="http://schemas.microsoft.com/office/powerpoint/2010/main" val="2713697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9FB1-9879-61BF-149A-F38E4F58BF09}"/>
              </a:ext>
            </a:extLst>
          </p:cNvPr>
          <p:cNvSpPr>
            <a:spLocks noGrp="1"/>
          </p:cNvSpPr>
          <p:nvPr>
            <p:ph type="title"/>
          </p:nvPr>
        </p:nvSpPr>
        <p:spPr/>
        <p:txBody>
          <a:bodyPr>
            <a:normAutofit fontScale="90000"/>
          </a:bodyPr>
          <a:lstStyle/>
          <a:p>
            <a:r>
              <a:rPr lang="en-US" sz="2400" b="1" dirty="0">
                <a:solidFill>
                  <a:srgbClr val="FF0000"/>
                </a:solidFill>
              </a:rPr>
              <a:t>                                                      </a:t>
            </a:r>
            <a:br>
              <a:rPr lang="en-IN" dirty="0"/>
            </a:br>
            <a:br>
              <a:rPr lang="en-US" dirty="0"/>
            </a:br>
            <a:endParaRPr lang="en-IN" dirty="0"/>
          </a:p>
        </p:txBody>
      </p:sp>
      <p:sp>
        <p:nvSpPr>
          <p:cNvPr id="5" name="Content Placeholder 4">
            <a:extLst>
              <a:ext uri="{FF2B5EF4-FFF2-40B4-BE49-F238E27FC236}">
                <a16:creationId xmlns:a16="http://schemas.microsoft.com/office/drawing/2014/main" id="{EAEE16F5-C1F2-49C5-FE38-E8AF242CED4A}"/>
              </a:ext>
            </a:extLst>
          </p:cNvPr>
          <p:cNvSpPr>
            <a:spLocks noGrp="1"/>
          </p:cNvSpPr>
          <p:nvPr>
            <p:ph sz="half" idx="1"/>
          </p:nvPr>
        </p:nvSpPr>
        <p:spPr/>
        <p:txBody>
          <a:bodyPr/>
          <a:lstStyle/>
          <a:p>
            <a:endParaRPr lang="en-IN"/>
          </a:p>
        </p:txBody>
      </p:sp>
      <p:sp>
        <p:nvSpPr>
          <p:cNvPr id="9" name="Content Placeholder 8">
            <a:extLst>
              <a:ext uri="{FF2B5EF4-FFF2-40B4-BE49-F238E27FC236}">
                <a16:creationId xmlns:a16="http://schemas.microsoft.com/office/drawing/2014/main" id="{DE7F8081-5A97-A3EC-BC59-33D25884569A}"/>
              </a:ext>
            </a:extLst>
          </p:cNvPr>
          <p:cNvSpPr>
            <a:spLocks noGrp="1"/>
          </p:cNvSpPr>
          <p:nvPr>
            <p:ph sz="half" idx="2"/>
          </p:nvPr>
        </p:nvSpPr>
        <p:spPr/>
        <p:txBody>
          <a:bodyPr/>
          <a:lstStyle/>
          <a:p>
            <a:endParaRPr lang="en-IN"/>
          </a:p>
        </p:txBody>
      </p:sp>
      <p:sp>
        <p:nvSpPr>
          <p:cNvPr id="6" name="TextBox 5">
            <a:extLst>
              <a:ext uri="{FF2B5EF4-FFF2-40B4-BE49-F238E27FC236}">
                <a16:creationId xmlns:a16="http://schemas.microsoft.com/office/drawing/2014/main" id="{87D2736F-0D29-A70A-F0BC-BAE86867426E}"/>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7" name="Picture 2" descr="0">
            <a:extLst>
              <a:ext uri="{FF2B5EF4-FFF2-40B4-BE49-F238E27FC236}">
                <a16:creationId xmlns:a16="http://schemas.microsoft.com/office/drawing/2014/main" id="{3E52E3B6-3580-74F4-A2A7-F879E9F1F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1765" y="6132614"/>
            <a:ext cx="899037" cy="6023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BB70B31-4775-35C4-E146-F3C347326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2623"/>
            <a:ext cx="1612489" cy="1005377"/>
          </a:xfrm>
          <a:prstGeom prst="rect">
            <a:avLst/>
          </a:prstGeom>
        </p:spPr>
      </p:pic>
    </p:spTree>
    <p:extLst>
      <p:ext uri="{BB962C8B-B14F-4D97-AF65-F5344CB8AC3E}">
        <p14:creationId xmlns:p14="http://schemas.microsoft.com/office/powerpoint/2010/main" val="12301322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A4BE7-AC8C-192B-F6B5-656F71DE0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32807-4620-B275-0782-CB6B0CB88D80}"/>
              </a:ext>
            </a:extLst>
          </p:cNvPr>
          <p:cNvSpPr>
            <a:spLocks noGrp="1"/>
          </p:cNvSpPr>
          <p:nvPr>
            <p:ph type="title"/>
          </p:nvPr>
        </p:nvSpPr>
        <p:spPr/>
        <p:txBody>
          <a:bodyPr>
            <a:normAutofit fontScale="90000"/>
          </a:bodyPr>
          <a:lstStyle/>
          <a:p>
            <a:br>
              <a:rPr lang="en-IN" dirty="0"/>
            </a:br>
            <a:br>
              <a:rPr lang="en-US" dirty="0"/>
            </a:br>
            <a:endParaRPr lang="en-IN" dirty="0"/>
          </a:p>
        </p:txBody>
      </p:sp>
      <p:sp>
        <p:nvSpPr>
          <p:cNvPr id="5" name="Content Placeholder 4">
            <a:extLst>
              <a:ext uri="{FF2B5EF4-FFF2-40B4-BE49-F238E27FC236}">
                <a16:creationId xmlns:a16="http://schemas.microsoft.com/office/drawing/2014/main" id="{8E57BE20-BA3A-9EE5-E3E3-45DC5385992F}"/>
              </a:ext>
            </a:extLst>
          </p:cNvPr>
          <p:cNvSpPr>
            <a:spLocks noGrp="1"/>
          </p:cNvSpPr>
          <p:nvPr>
            <p:ph sz="half" idx="1"/>
          </p:nvPr>
        </p:nvSpPr>
        <p:spPr/>
        <p:txBody>
          <a:bodyPr/>
          <a:lstStyle/>
          <a:p>
            <a:endParaRPr lang="en-IN"/>
          </a:p>
        </p:txBody>
      </p:sp>
      <p:sp>
        <p:nvSpPr>
          <p:cNvPr id="9" name="Content Placeholder 8">
            <a:extLst>
              <a:ext uri="{FF2B5EF4-FFF2-40B4-BE49-F238E27FC236}">
                <a16:creationId xmlns:a16="http://schemas.microsoft.com/office/drawing/2014/main" id="{5501F5A9-BB19-51B1-5F92-FCC50C2BA192}"/>
              </a:ext>
            </a:extLst>
          </p:cNvPr>
          <p:cNvSpPr>
            <a:spLocks noGrp="1"/>
          </p:cNvSpPr>
          <p:nvPr>
            <p:ph sz="half" idx="2"/>
          </p:nvPr>
        </p:nvSpPr>
        <p:spPr/>
        <p:txBody>
          <a:bodyPr/>
          <a:lstStyle/>
          <a:p>
            <a:endParaRPr lang="en-IN"/>
          </a:p>
        </p:txBody>
      </p:sp>
      <p:sp>
        <p:nvSpPr>
          <p:cNvPr id="6" name="TextBox 5">
            <a:extLst>
              <a:ext uri="{FF2B5EF4-FFF2-40B4-BE49-F238E27FC236}">
                <a16:creationId xmlns:a16="http://schemas.microsoft.com/office/drawing/2014/main" id="{D70C6F34-62EF-CFCF-9BB1-26274757EA89}"/>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7" name="Picture 2" descr="0">
            <a:extLst>
              <a:ext uri="{FF2B5EF4-FFF2-40B4-BE49-F238E27FC236}">
                <a16:creationId xmlns:a16="http://schemas.microsoft.com/office/drawing/2014/main" id="{D0EA905B-5B6B-C386-DE2D-E22301DB4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1765" y="6132614"/>
            <a:ext cx="899037" cy="6023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4A88048-E4F8-BBD6-4970-07B24FD6E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2623"/>
            <a:ext cx="1612489" cy="1005377"/>
          </a:xfrm>
          <a:prstGeom prst="rect">
            <a:avLst/>
          </a:prstGeom>
        </p:spPr>
      </p:pic>
    </p:spTree>
    <p:extLst>
      <p:ext uri="{BB962C8B-B14F-4D97-AF65-F5344CB8AC3E}">
        <p14:creationId xmlns:p14="http://schemas.microsoft.com/office/powerpoint/2010/main" val="35522152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F3B0-CEDA-D57B-32D3-B9466C6C3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D5882-5538-AEFB-09BE-541AF8D9605E}"/>
              </a:ext>
            </a:extLst>
          </p:cNvPr>
          <p:cNvSpPr>
            <a:spLocks noGrp="1"/>
          </p:cNvSpPr>
          <p:nvPr>
            <p:ph type="title"/>
          </p:nvPr>
        </p:nvSpPr>
        <p:spPr/>
        <p:txBody>
          <a:bodyPr>
            <a:normAutofit/>
          </a:bodyPr>
          <a:lstStyle/>
          <a:p>
            <a:br>
              <a:rPr lang="en-IN" dirty="0"/>
            </a:br>
            <a:endParaRPr lang="en-IN" dirty="0"/>
          </a:p>
        </p:txBody>
      </p:sp>
      <p:sp>
        <p:nvSpPr>
          <p:cNvPr id="5" name="Content Placeholder 4">
            <a:extLst>
              <a:ext uri="{FF2B5EF4-FFF2-40B4-BE49-F238E27FC236}">
                <a16:creationId xmlns:a16="http://schemas.microsoft.com/office/drawing/2014/main" id="{59B958A4-2342-3755-2E09-05DA14155F48}"/>
              </a:ext>
            </a:extLst>
          </p:cNvPr>
          <p:cNvSpPr>
            <a:spLocks noGrp="1"/>
          </p:cNvSpPr>
          <p:nvPr>
            <p:ph sz="half" idx="1"/>
          </p:nvPr>
        </p:nvSpPr>
        <p:spPr/>
        <p:txBody>
          <a:bodyPr/>
          <a:lstStyle/>
          <a:p>
            <a:endParaRPr lang="en-IN"/>
          </a:p>
        </p:txBody>
      </p:sp>
      <p:sp>
        <p:nvSpPr>
          <p:cNvPr id="9" name="Content Placeholder 8">
            <a:extLst>
              <a:ext uri="{FF2B5EF4-FFF2-40B4-BE49-F238E27FC236}">
                <a16:creationId xmlns:a16="http://schemas.microsoft.com/office/drawing/2014/main" id="{76ED760C-521A-D4A8-B4AE-E578E1196402}"/>
              </a:ext>
            </a:extLst>
          </p:cNvPr>
          <p:cNvSpPr>
            <a:spLocks noGrp="1"/>
          </p:cNvSpPr>
          <p:nvPr>
            <p:ph sz="half" idx="2"/>
          </p:nvPr>
        </p:nvSpPr>
        <p:spPr/>
        <p:txBody>
          <a:bodyPr/>
          <a:lstStyle/>
          <a:p>
            <a:endParaRPr lang="en-IN"/>
          </a:p>
        </p:txBody>
      </p:sp>
      <p:sp>
        <p:nvSpPr>
          <p:cNvPr id="6" name="TextBox 5">
            <a:extLst>
              <a:ext uri="{FF2B5EF4-FFF2-40B4-BE49-F238E27FC236}">
                <a16:creationId xmlns:a16="http://schemas.microsoft.com/office/drawing/2014/main" id="{361DDDD9-08B3-B3C0-E12E-F781972BCBF5}"/>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7" name="Picture 2" descr="0">
            <a:extLst>
              <a:ext uri="{FF2B5EF4-FFF2-40B4-BE49-F238E27FC236}">
                <a16:creationId xmlns:a16="http://schemas.microsoft.com/office/drawing/2014/main" id="{AE3C6AC7-8F9C-CD6D-64C1-3FF841EBE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1765" y="6132614"/>
            <a:ext cx="899037" cy="6023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5111329-A5EB-4CB8-0996-AB8AD228E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2623"/>
            <a:ext cx="1612489" cy="1005377"/>
          </a:xfrm>
          <a:prstGeom prst="rect">
            <a:avLst/>
          </a:prstGeom>
        </p:spPr>
      </p:pic>
    </p:spTree>
    <p:extLst>
      <p:ext uri="{BB962C8B-B14F-4D97-AF65-F5344CB8AC3E}">
        <p14:creationId xmlns:p14="http://schemas.microsoft.com/office/powerpoint/2010/main" val="32278384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30094-E81B-A240-E868-E429C4F17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535AE-400A-7A7E-F05D-7EA9E3B2FB8C}"/>
              </a:ext>
            </a:extLst>
          </p:cNvPr>
          <p:cNvSpPr>
            <a:spLocks noGrp="1"/>
          </p:cNvSpPr>
          <p:nvPr>
            <p:ph type="title"/>
          </p:nvPr>
        </p:nvSpPr>
        <p:spPr/>
        <p:txBody>
          <a:bodyPr>
            <a:normAutofit fontScale="90000"/>
          </a:bodyPr>
          <a:lstStyle/>
          <a:p>
            <a:br>
              <a:rPr lang="en-US" b="1" dirty="0">
                <a:solidFill>
                  <a:srgbClr val="FF0000"/>
                </a:solidFill>
              </a:rPr>
            </a:br>
            <a:br>
              <a:rPr lang="en-US" dirty="0"/>
            </a:br>
            <a:endParaRPr lang="en-IN" dirty="0"/>
          </a:p>
        </p:txBody>
      </p:sp>
      <p:sp>
        <p:nvSpPr>
          <p:cNvPr id="5" name="Content Placeholder 4">
            <a:extLst>
              <a:ext uri="{FF2B5EF4-FFF2-40B4-BE49-F238E27FC236}">
                <a16:creationId xmlns:a16="http://schemas.microsoft.com/office/drawing/2014/main" id="{1C04A538-8A50-47BA-B5C8-EE26C59BBDA0}"/>
              </a:ext>
            </a:extLst>
          </p:cNvPr>
          <p:cNvSpPr>
            <a:spLocks noGrp="1"/>
          </p:cNvSpPr>
          <p:nvPr>
            <p:ph sz="half" idx="1"/>
          </p:nvPr>
        </p:nvSpPr>
        <p:spPr/>
        <p:txBody>
          <a:bodyPr/>
          <a:lstStyle/>
          <a:p>
            <a:endParaRPr lang="en-IN"/>
          </a:p>
        </p:txBody>
      </p:sp>
      <p:sp>
        <p:nvSpPr>
          <p:cNvPr id="9" name="Content Placeholder 8">
            <a:extLst>
              <a:ext uri="{FF2B5EF4-FFF2-40B4-BE49-F238E27FC236}">
                <a16:creationId xmlns:a16="http://schemas.microsoft.com/office/drawing/2014/main" id="{671E651E-B0DD-A5D3-A669-0F0320882445}"/>
              </a:ext>
            </a:extLst>
          </p:cNvPr>
          <p:cNvSpPr>
            <a:spLocks noGrp="1"/>
          </p:cNvSpPr>
          <p:nvPr>
            <p:ph sz="half" idx="2"/>
          </p:nvPr>
        </p:nvSpPr>
        <p:spPr/>
        <p:txBody>
          <a:bodyPr/>
          <a:lstStyle/>
          <a:p>
            <a:endParaRPr lang="en-IN"/>
          </a:p>
        </p:txBody>
      </p:sp>
      <p:sp>
        <p:nvSpPr>
          <p:cNvPr id="6" name="TextBox 5">
            <a:extLst>
              <a:ext uri="{FF2B5EF4-FFF2-40B4-BE49-F238E27FC236}">
                <a16:creationId xmlns:a16="http://schemas.microsoft.com/office/drawing/2014/main" id="{82F68E46-E4E0-DE5C-A82B-BCC5352934E4}"/>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7" name="Picture 2" descr="0">
            <a:extLst>
              <a:ext uri="{FF2B5EF4-FFF2-40B4-BE49-F238E27FC236}">
                <a16:creationId xmlns:a16="http://schemas.microsoft.com/office/drawing/2014/main" id="{85F568C1-01B4-87C6-6E99-875A92F41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1765" y="6132614"/>
            <a:ext cx="899037" cy="6023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24153FB-CA3E-6F42-EE53-FF11FDF99E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2623"/>
            <a:ext cx="1612489" cy="1005377"/>
          </a:xfrm>
          <a:prstGeom prst="rect">
            <a:avLst/>
          </a:prstGeom>
        </p:spPr>
      </p:pic>
    </p:spTree>
    <p:extLst>
      <p:ext uri="{BB962C8B-B14F-4D97-AF65-F5344CB8AC3E}">
        <p14:creationId xmlns:p14="http://schemas.microsoft.com/office/powerpoint/2010/main" val="18311329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E29E8-FB26-724E-1E76-81CD02249189}"/>
              </a:ext>
            </a:extLst>
          </p:cNvPr>
          <p:cNvSpPr>
            <a:spLocks noGrp="1"/>
          </p:cNvSpPr>
          <p:nvPr>
            <p:ph type="title"/>
          </p:nvPr>
        </p:nvSpPr>
        <p:spPr/>
        <p:txBody>
          <a:bodyPr/>
          <a:lstStyle/>
          <a:p>
            <a:r>
              <a:rPr lang="en-IN" b="1" dirty="0"/>
              <a:t>Disclaimer</a:t>
            </a:r>
          </a:p>
        </p:txBody>
      </p:sp>
      <p:sp>
        <p:nvSpPr>
          <p:cNvPr id="3" name="Content Placeholder 2">
            <a:extLst>
              <a:ext uri="{FF2B5EF4-FFF2-40B4-BE49-F238E27FC236}">
                <a16:creationId xmlns:a16="http://schemas.microsoft.com/office/drawing/2014/main" id="{7868ED06-0973-B2F8-6331-580383C9613F}"/>
              </a:ext>
            </a:extLst>
          </p:cNvPr>
          <p:cNvSpPr>
            <a:spLocks noGrp="1"/>
          </p:cNvSpPr>
          <p:nvPr>
            <p:ph idx="1"/>
          </p:nvPr>
        </p:nvSpPr>
        <p:spPr>
          <a:xfrm>
            <a:off x="838200" y="1563329"/>
            <a:ext cx="10515600" cy="4613634"/>
          </a:xfrm>
        </p:spPr>
        <p:txBody>
          <a:bodyPr>
            <a:normAutofit/>
          </a:bodyPr>
          <a:lstStyle/>
          <a:p>
            <a:r>
              <a:rPr lang="en-US" sz="2400" dirty="0"/>
              <a:t>This report has been prepared solely for the intended recipient and is based on the data, assumptions, and methodologies available at the time of analysis. Environmental Design Solution Private Limited (EDS) does not guarantee the completeness or accuracy of external data sources.</a:t>
            </a:r>
          </a:p>
          <a:p>
            <a:r>
              <a:rPr lang="en-US" sz="2400" dirty="0"/>
              <a:t>The results, findings, and recommendations presented in this document are for informational and simulation purposes only and should not be interpreted as legal, financial, or design advice.</a:t>
            </a:r>
          </a:p>
          <a:p>
            <a:r>
              <a:rPr lang="en-US" sz="2400" dirty="0"/>
              <a:t>EDS shall not be held liable for any direct or indirect damages arising from the use or interpretation of this report. Users are responsible for independently verifying any information before making decisions.</a:t>
            </a:r>
          </a:p>
          <a:p>
            <a:endParaRPr lang="en-IN" dirty="0"/>
          </a:p>
        </p:txBody>
      </p:sp>
      <p:sp>
        <p:nvSpPr>
          <p:cNvPr id="4" name="TextBox 3">
            <a:extLst>
              <a:ext uri="{FF2B5EF4-FFF2-40B4-BE49-F238E27FC236}">
                <a16:creationId xmlns:a16="http://schemas.microsoft.com/office/drawing/2014/main" id="{00FD49A3-4DD0-1EF7-D33F-4189C51F56FE}"/>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5" name="Picture 2" descr="0">
            <a:extLst>
              <a:ext uri="{FF2B5EF4-FFF2-40B4-BE49-F238E27FC236}">
                <a16:creationId xmlns:a16="http://schemas.microsoft.com/office/drawing/2014/main" id="{5F94C048-C7CC-3758-5D68-5C2412981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1765" y="6132614"/>
            <a:ext cx="899037" cy="60235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ADADBD7-A1FD-F313-5436-91F3FF013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60025"/>
            <a:ext cx="1600617" cy="997975"/>
          </a:xfrm>
          <a:prstGeom prst="rect">
            <a:avLst/>
          </a:prstGeom>
        </p:spPr>
      </p:pic>
    </p:spTree>
    <p:extLst>
      <p:ext uri="{BB962C8B-B14F-4D97-AF65-F5344CB8AC3E}">
        <p14:creationId xmlns:p14="http://schemas.microsoft.com/office/powerpoint/2010/main" val="25820036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184B-847B-B2AC-3391-98B10B4ADC8C}"/>
              </a:ext>
            </a:extLst>
          </p:cNvPr>
          <p:cNvSpPr>
            <a:spLocks noGrp="1"/>
          </p:cNvSpPr>
          <p:nvPr>
            <p:ph type="title"/>
          </p:nvPr>
        </p:nvSpPr>
        <p:spPr/>
        <p:txBody>
          <a:bodyPr/>
          <a:lstStyle/>
          <a:p>
            <a:r>
              <a:rPr lang="en-IN" b="1" dirty="0"/>
              <a:t>About EDS</a:t>
            </a:r>
          </a:p>
        </p:txBody>
      </p:sp>
      <p:sp>
        <p:nvSpPr>
          <p:cNvPr id="3" name="Content Placeholder 2">
            <a:extLst>
              <a:ext uri="{FF2B5EF4-FFF2-40B4-BE49-F238E27FC236}">
                <a16:creationId xmlns:a16="http://schemas.microsoft.com/office/drawing/2014/main" id="{88294BF6-637D-BD8E-98ED-FA8765B54DF3}"/>
              </a:ext>
            </a:extLst>
          </p:cNvPr>
          <p:cNvSpPr>
            <a:spLocks noGrp="1"/>
          </p:cNvSpPr>
          <p:nvPr>
            <p:ph idx="1"/>
          </p:nvPr>
        </p:nvSpPr>
        <p:spPr>
          <a:xfrm>
            <a:off x="838200" y="1435511"/>
            <a:ext cx="6096001" cy="4572000"/>
          </a:xfrm>
        </p:spPr>
        <p:txBody>
          <a:bodyPr>
            <a:normAutofit/>
          </a:bodyPr>
          <a:lstStyle/>
          <a:p>
            <a:pPr marL="0" indent="0">
              <a:buNone/>
            </a:pPr>
            <a:r>
              <a:rPr lang="en-US" sz="2400" dirty="0"/>
              <a:t>Environmental Design Solutions (EDS) is a sustainability advisory firm established in 2002, specializing in green buildings, energy efficiency, and climate policy. EDS has completed 800+ projects globally and supports both policy-level development (e.g., ECBC, building codes, labeling programs) and building-level energy simulation and certification.</a:t>
            </a:r>
            <a:br>
              <a:rPr lang="en-US" sz="2400" dirty="0"/>
            </a:br>
            <a:r>
              <a:rPr lang="en-US" sz="2400" dirty="0"/>
              <a:t>Our expertise includes data analysis, benchmarking, GHG impact assessment, strategy consulting, and capacity building to promote sustainable built environments.</a:t>
            </a:r>
            <a:endParaRPr lang="en-IN" sz="2400" dirty="0"/>
          </a:p>
        </p:txBody>
      </p:sp>
      <p:pic>
        <p:nvPicPr>
          <p:cNvPr id="5" name="Picture 2" descr="0">
            <a:extLst>
              <a:ext uri="{FF2B5EF4-FFF2-40B4-BE49-F238E27FC236}">
                <a16:creationId xmlns:a16="http://schemas.microsoft.com/office/drawing/2014/main" id="{34CFCD38-C0C9-4ED1-FA7B-34E9A1847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1765" y="6132614"/>
            <a:ext cx="899037" cy="6023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6858058-31FA-B516-9592-33FE831E1B7E}"/>
              </a:ext>
            </a:extLst>
          </p:cNvPr>
          <p:cNvSpPr txBox="1"/>
          <p:nvPr/>
        </p:nvSpPr>
        <p:spPr>
          <a:xfrm>
            <a:off x="3942735" y="6311900"/>
            <a:ext cx="6096000" cy="338554"/>
          </a:xfrm>
          <a:prstGeom prst="rect">
            <a:avLst/>
          </a:prstGeom>
          <a:noFill/>
        </p:spPr>
        <p:txBody>
          <a:bodyPr wrap="square">
            <a:spAutoFit/>
          </a:bodyPr>
          <a:lstStyle/>
          <a:p>
            <a:r>
              <a:rPr lang="en-IN" sz="1600" dirty="0"/>
              <a:t>Environmental Design Solutions Private Limited</a:t>
            </a:r>
          </a:p>
        </p:txBody>
      </p:sp>
      <p:pic>
        <p:nvPicPr>
          <p:cNvPr id="2050" name="Picture 2" descr="0">
            <a:extLst>
              <a:ext uri="{FF2B5EF4-FFF2-40B4-BE49-F238E27FC236}">
                <a16:creationId xmlns:a16="http://schemas.microsoft.com/office/drawing/2014/main" id="{BEDC8D10-CE97-1EB6-81AF-0F91EAA3D7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6934" y="1435511"/>
            <a:ext cx="4434349" cy="42609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7B1DC0A-9778-494B-8D7E-10518A974C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860025"/>
            <a:ext cx="1600617" cy="997975"/>
          </a:xfrm>
          <a:prstGeom prst="rect">
            <a:avLst/>
          </a:prstGeom>
        </p:spPr>
      </p:pic>
    </p:spTree>
    <p:extLst>
      <p:ext uri="{BB962C8B-B14F-4D97-AF65-F5344CB8AC3E}">
        <p14:creationId xmlns:p14="http://schemas.microsoft.com/office/powerpoint/2010/main" val="40659440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100</TotalTime>
  <Words>253</Words>
  <Application>Microsoft Office PowerPoint</Application>
  <PresentationFormat>Widescreen</PresentationFormat>
  <Paragraphs>19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Awecm Sim </vt:lpstr>
      <vt:lpstr>                                                        </vt:lpstr>
      <vt:lpstr>  </vt:lpstr>
      <vt:lpstr> </vt:lpstr>
      <vt:lpstr>  </vt:lpstr>
      <vt:lpstr>Disclaimer</vt:lpstr>
      <vt:lpstr>About EDS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Rajeev Kumar</dc:creator>
  <cp:lastModifiedBy>Rajeev Kumar</cp:lastModifiedBy>
  <cp:revision>17</cp:revision>
  <dcterms:created xsi:type="dcterms:W3CDTF">2025-10-17T09:56:11Z</dcterms:created>
  <dcterms:modified xsi:type="dcterms:W3CDTF">2025-10-24T12:16:10Z</dcterms:modified>
</cp:coreProperties>
</file>